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CROMA PRINT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Visual Profissional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Fachadas, banners, material PDV, envelopamento veicular e sinalização para redes de lojas e franquias em todo o Brasil.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62D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3891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(11) 93947-1862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3891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junior@cromaprint.com.br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891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1228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Paulo, SP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QUEM SOMOS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Croma Print é especializada em comunicação visual profissional para redes de lojas, franquias e grandes varejistas.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produção própria e equipe dedicada, entregamos projetos com qualidade, padronização e agilidade em todo o Brasil.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18872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0" y="118872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5349240" y="135331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44752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8076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Própria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profissionais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120640" y="224028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20640" y="224028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1"/>
          <p:cNvSpPr/>
          <p:nvPr/>
        </p:nvSpPr>
        <p:spPr>
          <a:xfrm>
            <a:off x="5349240" y="240487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496312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8076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Paulo, SP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5120640" y="3291840"/>
            <a:ext cx="3291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20640" y="3291840"/>
            <a:ext cx="73152" cy="868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Shape 16"/>
          <p:cNvSpPr/>
          <p:nvPr/>
        </p:nvSpPr>
        <p:spPr>
          <a:xfrm>
            <a:off x="5349240" y="345643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547872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080760" y="3401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08076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Brasil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NOSSOS SERVIÇOS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Fachadas em ACM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Alumínio composto com acabamento premium para lojas e redes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e Impressão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20624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formato em alta resolução para PDV e campanhas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0972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716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234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PDV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040880" y="1554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Displays, totens, placas e sinalização para ponto de venda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29260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004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Envelopamento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37160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Envelopamento veicular parcial e total com vinil de alta qualidade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383280" y="29260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20440" y="31089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004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0624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Letreiros e Letras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20624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Letras caixa, neon, LED e recorte em ACM e acrílico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2926080"/>
            <a:ext cx="2560320" cy="15544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310896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004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063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Sinalização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040880" y="3383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Placas, totens direcional e sinalização interna e externa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CLIENTES QUE CONFIAM NA CROMA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Atendemos as maiores redes de lojas e franquias do Brasil com padronização, qualidade e pontualidade.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37744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8600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BEIRA RIO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474720" y="2011680"/>
            <a:ext cx="237744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286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47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RENNER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217920" y="2011680"/>
            <a:ext cx="2377440" cy="1645920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28600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PAQUETÁ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muitos outros parceiros em todo o Brasil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A CROMA?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2161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0759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Própria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463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total da qualidade, sem depender de terceiros. Prazos cumpridos.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21305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2199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057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Redes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2377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marca com a mesma qualidade em todas as unidades, de Norte a Sul.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0449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3639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29718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Rápido por IA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Receba orçamentos em minutos pelo WhatsApp com nosso assistente inteligente.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395935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5079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Especializada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com anos de experiência em comunicação visual para varejo.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FUNCIONA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04672"/>
            <a:ext cx="10972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primeiro contato à instalação final em 4 passos simples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08760" y="2240280"/>
            <a:ext cx="612648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288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 uma mensagem e receba atendimento imediato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8288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51460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Receba sua proposta personalizada em minutos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18288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Fabricação própria com controle de qualidade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182880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2940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3200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profissional em todo o Brasil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VAMOS CONVERSAR?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Solicite seu orçamento agora mesmo. Respondemos em minutos!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474720" cy="1188720"/>
          </a:xfrm>
          <a:prstGeom prst="rect">
            <a:avLst/>
          </a:prstGeom>
          <a:solidFill>
            <a:srgbClr val="25D36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3736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(11) 93947-1862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0" y="2103120"/>
            <a:ext cx="3840480" cy="11887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7744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57784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junior@cromaprint.com.br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PIX: CNPJ 18.923.994/0001-83  |  Croma Print Comunicação Visual  |  São Paulo, SP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Croma Print - Comunicação Visual Profissional</dc:title>
  <dc:subject>PptxGenJS Presentation</dc:subject>
  <dc:creator>Croma Print</dc:creator>
  <cp:lastModifiedBy>Croma Print</cp:lastModifiedBy>
  <cp:revision>1</cp:revision>
  <dcterms:created xsi:type="dcterms:W3CDTF">2026-04-02T01:02:13Z</dcterms:created>
  <dcterms:modified xsi:type="dcterms:W3CDTF">2026-04-02T01:02:13Z</dcterms:modified>
</cp:coreProperties>
</file>